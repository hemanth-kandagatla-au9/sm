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n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1783080" cy="31821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051560"/>
            <a:ext cx="2011680" cy="0"/>
          </a:xfrm>
          <a:prstGeom prst="line">
            <a:avLst/>
          </a:prstGeom>
          <a:noFill/>
          <a:ln w="28575">
            <a:solidFill>
              <a:srgbClr val="EB17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1488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292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SolMan CR/CO Agent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2920" y="3794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AI agent's questions become screens — the AG-UI protocol, the component contract, and what happens between a token arriving and a card appearing.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6080760"/>
            <a:ext cx="11185855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2362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 ·  NEXT 16  ·  TYPESCRIPT STRICT  ·  AG-UI OVER AWS BEDROCK AGENTCORE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— one request, six hops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72004" y="1609344"/>
            <a:ext cx="6647688" cy="4014343"/>
          </a:xfrm>
          <a:prstGeom prst="roundRect">
            <a:avLst>
              <a:gd name="adj" fmla="val 136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6" name="Image 0" descr="run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6868" y="1664208"/>
            <a:ext cx="6537960" cy="39046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26868" y="5715127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agent-ui/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only browser code that understands AG-UI events;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/api/agent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only route allowed to hold the AgentCore runtime ARN and the Azure client secret.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 — how the two teams stay in sync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mechanism, running before any of the runtime path on the previous slide: how the frontend learns what a card is allowed to look like, and what stops the two sides drifting apart.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8056" y="2157984"/>
            <a:ext cx="11295583" cy="2440115"/>
          </a:xfrm>
          <a:prstGeom prst="roundRect">
            <a:avLst>
              <a:gd name="adj" fmla="val 224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7" name="Image 0" descr="build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12848"/>
            <a:ext cx="11185855" cy="23303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726115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runs at build time, not at request time — it never touches the runtime path above. A backend change that isn't additive shows up here as a failed build, not as a blank card three weeks later.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5320475"/>
            <a:ext cx="11185855" cy="960120"/>
          </a:xfrm>
          <a:prstGeom prst="roundRect">
            <a:avLst>
              <a:gd name="adj" fmla="val 4762"/>
            </a:avLst>
          </a:prstGeom>
          <a:solidFill>
            <a:srgbClr val="FFF3F1"/>
          </a:solidFill>
          <a:ln w="9525">
            <a:solidFill>
              <a:srgbClr val="FFB5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430203"/>
            <a:ext cx="1082009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this whole page encodes: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may only name one of eight components. The registry (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src/agent-ui/registry.tsx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total — a ninth component with no matching card fails the build, the same way a contract mismatch does.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app does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599432"/>
          </a:xfrm>
          <a:prstGeom prst="roundRect">
            <a:avLst>
              <a:gd name="adj" fmla="val 1193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5943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a change request in SAP Solution Manager means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filling about fifteen fields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spread across SolMan, Jira and a set of platform lookups.</a:t>
            </a:r>
            <a:endParaRPr lang="en-US" sz="140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Here,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asks one question at a time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pulls what it can from Jira, proposes similar past CRs, drafts the request, and submits it — after a human approves the draft.</a:t>
            </a:r>
            <a:endParaRPr lang="en-US" sz="140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frontend's whole job: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each question into a screen, and send the answer back.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10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5458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KINDS OF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4910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97480" y="5458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END TO 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4910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0" y="5458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ENDPOINT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938528"/>
            <a:ext cx="4327855" cy="1371600"/>
          </a:xfrm>
          <a:prstGeom prst="roundRect">
            <a:avLst>
              <a:gd name="adj" fmla="val 3333"/>
            </a:avLst>
          </a:prstGeom>
          <a:solidFill>
            <a:srgbClr val="FFF3F1"/>
          </a:solidFill>
          <a:ln w="9525">
            <a:solidFill>
              <a:srgbClr val="FFB5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2048256"/>
            <a:ext cx="396209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crModeChoice card, as the user sees it — the first question the agent asks.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3538728"/>
            <a:ext cx="4327855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36758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Change Request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23760" y="3968496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like to proceed?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4407408"/>
            <a:ext cx="3962095" cy="45720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458114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B1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4407408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Change Request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4956048"/>
            <a:ext cx="3962095" cy="45720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512978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B1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4956048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Change Request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never ships UI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6583680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can generate anything — including markup. This app is built so that never matters: the agent can only send this, and nothing else.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670048"/>
            <a:ext cx="6035040" cy="64008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779776"/>
            <a:ext cx="5705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"version": 1, "name": "crModeChoice", "props": { … } 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447288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sends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 and a props object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frontend looks the name up in a fixed map of eight. It cannot send markup, because nothing renders markup —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react/no-danger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build error.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52360" y="1664208"/>
            <a:ext cx="4236415" cy="4599432"/>
          </a:xfrm>
          <a:prstGeom prst="roundRect">
            <a:avLst>
              <a:gd name="adj" fmla="val 1295"/>
            </a:avLst>
          </a:prstGeom>
          <a:solidFill>
            <a:srgbClr val="FDF3E2"/>
          </a:solidFill>
          <a:ln w="12700">
            <a:solidFill>
              <a:srgbClr val="EAD9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865376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CASE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80960" y="2258568"/>
            <a:ext cx="37792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plainly: a confused or compromised agent names a component that does not exist.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gets a fallback card explaining the problem — never a blank screen, never injected markup.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VOCABULARY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components, and nothing else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the agent can ask for maps to exactly one of these eight named components — nothing else is renderable.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21408"/>
          <a:ext cx="1118585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3453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8A4B6"/>
                          </a:solidFill>
                        </a:rPr>
                        <a:t>COMPONENT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8A4B6"/>
                          </a:solidFill>
                        </a:rPr>
                        <a:t>SCREEN IT PRODUCES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crModeChoice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vs. bulk change request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crIntakeForm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core CR fields, prefilled where possible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templateOrCrPicker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from a template or a prior CR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cycleIdPicker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 the release / cycle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draftReview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the drafted request before submit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fieldPrompt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missing field, asked directly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submissionResult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Success, failure, or partial outcome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featureComingSoon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path not yet supported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TEAMS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what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and presentation are split across two teams. Neither can fully ship without the other.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67128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00471"/>
                <a:gridCol w="2311530"/>
                <a:gridCol w="2504158"/>
                <a:gridCol w="221521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8A4B6"/>
                          </a:solidFill>
                        </a:rPr>
                        <a:t>Decides</a:t>
                      </a:r>
                      <a:endParaRPr lang="en-US" sz="1050" dirty="0"/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8A4B6"/>
                          </a:solidFill>
                        </a:rPr>
                        <a:t>Supplies</a:t>
                      </a:r>
                      <a:endParaRPr lang="en-US" sz="1050" dirty="0"/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8A4B6"/>
                          </a:solidFill>
                        </a:rPr>
                        <a:t>Controls</a:t>
                      </a:r>
                      <a:endParaRPr lang="en-US" sz="1050" dirty="0"/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8A4B6"/>
                          </a:solidFill>
                        </a:rPr>
                        <a:t>Changes by</a:t>
                      </a:r>
                      <a:endParaRPr lang="en-US" sz="1050" dirty="0"/>
                    </a:p>
                  </a:txBody>
                  <a:tcPr marL="127000" marR="127000" marT="76200" marB="7620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Agent / backend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wording — titles, labels, prompts, error text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name + props envelope for each screen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question comes next, when the graph interrupts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config or prompt change — no frontend deploy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Frontend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Layout, spacing, interaction pattern per component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8 component implementations + the validation layer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 to an unknown or malformed envelope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layout or new-component change — a frontend deploy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910328"/>
            <a:ext cx="11185855" cy="868680"/>
          </a:xfrm>
          <a:prstGeom prst="roundRect">
            <a:avLst>
              <a:gd name="adj" fmla="val 6316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910328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 contains no business text. </a:t>
            </a:r>
            <a:pPr indent="0" marL="0">
              <a:buNone/>
            </a:pPr>
            <a:r>
              <a:rPr lang="en-US" sz="1350" i="1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word on screen is a backend change, not a frontend one.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AG-UI is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325112"/>
          </a:xfrm>
          <a:prstGeom prst="roundRect">
            <a:avLst>
              <a:gd name="adj" fmla="val 1268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AG-UI (the </a:t>
            </a:r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Agent-User Interaction Protocol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an open, lightweight, event-based protocol, maintained by CopilotKit, that standardizes how AI agents connect to user-facing applications — instead of every team hand-rolling its own event stream.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1054577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Transport: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client POSTs one JSON run input; the agent replies with a stream of typed events, by default over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+ Server-Sent Events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client: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@ag-ui/client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HttpAgent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class. One instance per thread.</a:t>
            </a:r>
            <a:endParaRPr lang="en-US" sz="13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server: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ag-ui-langgraph 0.0.42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wrapping a LangGraph graph, running on AWS Bedrock AgentCore.</a:t>
            </a:r>
            <a:endParaRPr lang="en-US" sz="13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 defines ~16 event types across 5 categories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lifecycle, text message, tool call, state, and custom. This app's graph only ever emits 8 of them.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55595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1000" i="1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docs.ag-ui.com — Concepts: Events, and the ag-ui-protocol GitHub repository.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request: one RunAgentInput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6035040" cy="4599432"/>
          </a:xfrm>
          <a:prstGeom prst="roundRect">
            <a:avLst>
              <a:gd name="adj" fmla="val 994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73936"/>
            <a:ext cx="5705856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/api/agent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"threadId": "t-1764…",   // the conversation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"runId":    "…",         // this one turn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"state":    {},          // client-held state (none)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"messages": [],          // chat history (none)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"tools":    [],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"context":  [],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"forwardedProps": { }    // ← everything bespoke rides here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03720" y="1664208"/>
            <a:ext cx="4785055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892808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shape, three jobs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point of the slide: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78040" y="2395728"/>
            <a:ext cx="4236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forwardedProps: {}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start the conversation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forwardedProps.command.resume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answer the open question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forwardedProps.lookup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dropdown or Jira lookup, answered as JSON without waking the graph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response: one SSE stream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6035040" cy="2331720"/>
          </a:xfrm>
          <a:prstGeom prst="roundRect">
            <a:avLst>
              <a:gd name="adj" fmla="val 1961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73936"/>
            <a:ext cx="570585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RUN_STARTED          lifecycle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STEP_STARTED         lifecycle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 on_interrupt ← THE CARD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STATE_SNAPSHOT       ← the fallback copy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MESSAGES_SNAPSHOT    (empty — no chat)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STEP_FINISHED        lifecycle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RUN_FINISHED         lifecycle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41788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seven carry payload. The other five are bookkeeping.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03720" y="1664208"/>
            <a:ext cx="4785055" cy="2148840"/>
          </a:xfrm>
          <a:prstGeom prst="roundRect">
            <a:avLst>
              <a:gd name="adj" fmla="val 2128"/>
            </a:avLst>
          </a:prstGeom>
          <a:solidFill>
            <a:srgbClr val="FFF3F1"/>
          </a:solidFill>
          <a:ln w="9525">
            <a:solidFill>
              <a:srgbClr val="FFB5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773936"/>
            <a:ext cx="4419295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noting: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arrives inside a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event, not as a run outcome — this graph's own design choice, and worth flagging since a reader of the AG-UI spec's lifecycle events would otherwise expect the other thing.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handlers, and one we refuse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599432"/>
          </a:xfrm>
          <a:prstGeom prst="roundRect">
            <a:avLst>
              <a:gd name="adj" fmla="val 1193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9280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agent.subscribe({…})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actually implements — the whole of our AG-UI surface on one slide.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onCustomEvent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on_interrupt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the card;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the status line</a:t>
            </a:r>
            <a:endParaRPr lang="en-US" sz="13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onTextMessageStart / Content / End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draft, token by token</a:t>
            </a:r>
            <a:endParaRPr lang="en-US" sz="13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onStateChanged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merged state; the fallback copy of the card</a:t>
            </a:r>
            <a:endParaRPr lang="en-US" sz="13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onRunErrorEvent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surfaces the message</a:t>
            </a:r>
            <a:endParaRPr lang="en-US" sz="13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onRunFinishedEvent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mean the conversation ended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this backend finishes the run and leaves the interrupt pending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636008"/>
            <a:ext cx="10545775" cy="1234440"/>
          </a:xfrm>
          <a:prstGeom prst="roundRect">
            <a:avLst>
              <a:gd name="adj" fmla="val 3704"/>
            </a:avLst>
          </a:prstGeom>
          <a:solidFill>
            <a:srgbClr val="FFF3F1"/>
          </a:solidFill>
          <a:ln w="9525">
            <a:solidFill>
              <a:srgbClr val="FFB5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745736"/>
            <a:ext cx="1018001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refusal: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onStateDeltaEvent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deliberately unimplemented. It fires with the patch, and reading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agent.state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inside it returns the state from before the patch — which silently produced no card at all when the agent sent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ui_component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a delta.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onStateChanged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receives state already merged, so there is no patching to re-implement.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stream. The card does not.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6309360" cy="4599432"/>
          </a:xfrm>
          <a:prstGeom prst="roundRect">
            <a:avLst>
              <a:gd name="adj" fmla="val 1193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messages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name:"progress"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emitted from inside a node: "Fetching Jira ticket AAZM-4668…". Without them the longest steps look frozen.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tokens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TEXT_MESSAGE_CONTENT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deltas, appended as they land.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node_6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writes the CR draft with a plain LLM call, so it relays as text rather than structured output.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snapshots and deltas, merged by the client before we see them.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78040" y="1664208"/>
            <a:ext cx="4510735" cy="173736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42632" y="1773936"/>
            <a:ext cx="4181551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onTextMessageContentEvent({ event })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(event.messageId !==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streamingMessageId.current) return; // ← guard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setDraftStream(prev =&gt;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(prev ?? "") + event.delta);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78040" y="3584448"/>
            <a:ext cx="4510735" cy="1280160"/>
          </a:xfrm>
          <a:prstGeom prst="roundRect">
            <a:avLst>
              <a:gd name="adj" fmla="val 3571"/>
            </a:avLst>
          </a:prstGeom>
          <a:solidFill>
            <a:srgbClr val="FFF3F1"/>
          </a:solidFill>
          <a:ln w="9525">
            <a:solidFill>
              <a:srgbClr val="FFB5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3694176"/>
            <a:ext cx="414497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contrast that makes the point: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itself never streams. It arrives whole, in a single event, after the graph has stopped.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ROUND TRIP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Resuming a blocked graph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599432"/>
          </a:xfrm>
          <a:prstGeom prst="roundRect">
            <a:avLst>
              <a:gd name="adj" fmla="val 1193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9280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conversation continues once the graph has stopped and the interrupt card is on screen.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is parked on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interrupt(envelope)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checkpointed, holding no connection.</a:t>
            </a:r>
            <a:endParaRPr lang="en-US" sz="13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answer is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new run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carrying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forwardedProps.command.resume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There is no open socket to write to.</a:t>
            </a:r>
            <a:endParaRPr lang="en-US" sz="13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keys the checkpoint on the runtime session id, derived from our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threadId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padded to 33 characters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because AWS requires that length and the graph must resume the same checkpoint.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636008"/>
            <a:ext cx="10545775" cy="1005840"/>
          </a:xfrm>
          <a:prstGeom prst="roundRect">
            <a:avLst>
              <a:gd name="adj" fmla="val 4545"/>
            </a:avLst>
          </a:prstGeom>
          <a:solidFill>
            <a:srgbClr val="FFF3F1"/>
          </a:solidFill>
          <a:ln w="9525">
            <a:solidFill>
              <a:srgbClr val="FFB5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745736"/>
            <a:ext cx="101800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detail: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AG-UI spec also defines a top-level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on the run input. This backend doesn't read it — the field is accepted silently and the graph does not wake. Resuming here always goes through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forwardedProps.command.resume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JOURNEY, PART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→ validated props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end to end with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payload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actual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crModeChoice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67128"/>
            <a:ext cx="11185855" cy="3017520"/>
          </a:xfrm>
          <a:prstGeom prst="roundRect">
            <a:avLst>
              <a:gd name="adj" fmla="val 1515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276856"/>
            <a:ext cx="10856671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the agent builds it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"title": "Create Change Request",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"subtitle": "How would you like to proceed?",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"modes": [ { "value": "single", "label": "Single CR", … },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 "value": "bulk",   "label": "Bulk CR", … } ]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wrapped     { version: 1, name: "crModeChoice", props: ↑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encoded     json.dumps(…)  → a *string*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on the wire CUSTOM  name:"on_interrupt"  value:"{…}"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 unwrapped   unwrapInterruptValue()  → back to an object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⑥ validated   resolveEnvelope()  → version? name? props?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⑦ result      { status:"ok", name:"crModeChoice", props: unknown 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5321808"/>
            <a:ext cx="11185855" cy="822960"/>
          </a:xfrm>
          <a:prstGeom prst="roundRect">
            <a:avLst>
              <a:gd name="adj" fmla="val 5556"/>
            </a:avLst>
          </a:prstGeom>
          <a:solidFill>
            <a:srgbClr val="FFF3F1"/>
          </a:solidFill>
          <a:ln w="9525">
            <a:solidFill>
              <a:srgbClr val="FFB5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431536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⑥ is the security boundary: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checked before name, name checked against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COMPONENT_NAMES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props required to be an object. Anything failing becomes a named error, never a blank screen.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JOURNEY, PART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props → a rendered card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props become pixels. Same payload, carried through.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121408"/>
            <a:ext cx="6309360" cy="1554480"/>
          </a:xfrm>
          <a:prstGeom prst="roundRect">
            <a:avLst>
              <a:gd name="adj" fmla="val 2941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231136"/>
            <a:ext cx="59801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 = REGISTRY["crModeChoice"];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props = resolution.props as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PropsByName["crModeChoice"];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 props={props} respond={respond}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pending={true} /&gt;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38130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inside the card, the line that puts the agent's words on screen: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270248"/>
            <a:ext cx="6309360" cy="169164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4379976"/>
            <a:ext cx="598017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{props.modes.map(mode =&gt; (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role="radio" onClick={...}&gt;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&lt;Radio checked={selected===mode.value}/&gt;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&lt;span&gt;{mode.label}&lt;/span&gt;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&lt;span&gt;{mode.description}&lt;/span&gt;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78040" y="1664208"/>
            <a:ext cx="4510735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847088"/>
            <a:ext cx="40535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readable word on that card came from the agent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title, subtitle, both labels, both descriptions. The frontend supplied the radio, the spacing and the type.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78040" y="3767328"/>
            <a:ext cx="4510735" cy="1600200"/>
          </a:xfrm>
          <a:prstGeom prst="roundRect">
            <a:avLst>
              <a:gd name="adj" fmla="val 2857"/>
            </a:avLst>
          </a:prstGeom>
          <a:solidFill>
            <a:srgbClr val="FFF3F1"/>
          </a:solidFill>
          <a:ln w="9525">
            <a:solidFill>
              <a:srgbClr val="FFB5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3877056"/>
            <a:ext cx="414497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cast, one line.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crosses the transport as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contract guarantees its shape for a name that passed validation. Everything downstream of that single line is fully typed.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JOURNEY, PART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travels back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loop, and explains the two-argument signature that surprises people.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67128"/>
            <a:ext cx="6309360" cy="96012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276856"/>
            <a:ext cx="59801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respond("single", "Single Change Request")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 value ┘  └──── label ─────┘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routes      is displayed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264408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what the graph routes on. It must not be prose: the draft-approval guard is a substring test, so "Submit for Approval" contains no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"I do not approve" contains one.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what the transcript shows the user. Echoing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 at them would show routing internals.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settle the open turn in the transcript, and start a new run with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2167128"/>
            <a:ext cx="4510735" cy="1965960"/>
          </a:xfrm>
          <a:prstGeom prst="roundRect">
            <a:avLst>
              <a:gd name="adj" fmla="val 2326"/>
            </a:avLst>
          </a:prstGeom>
          <a:solidFill>
            <a:srgbClr val="FFF3F1"/>
          </a:solidFill>
          <a:ln w="9525">
            <a:solidFill>
              <a:srgbClr val="FFB5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2276856"/>
            <a:ext cx="4144975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transcript: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frontend's own record of the conversation — the agent itself holds only the latest envelope. Every past turn is re-resolved through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resolveEnvelope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re-rendered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settled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a page refresh restores the full conversation.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channels carry the card. The interrupt wins.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84248"/>
            <a:ext cx="104543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channels can each carry the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crModeChoice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card — the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interrupt event and the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STATE_SNAPSHOT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fallback copy. When both are present, the interrupt always wins.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interrupt is re-delivered on every reconnect; state is deliberately not resent. Built the other way round, the card blanks or reverts on reconnect — intermittently. It's also why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passed down as a prop rather than inferred from which channel delivered the card.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props' types come from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cast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PropsByName["crModeChoice"]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moved on. Here's why that cast is safe: a generated pipeline, not a hand-maintained guess.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70048"/>
            <a:ext cx="1673809" cy="868680"/>
          </a:xfrm>
          <a:prstGeom prst="roundRect">
            <a:avLst>
              <a:gd name="adj" fmla="val 5263"/>
            </a:avLst>
          </a:prstGeom>
          <a:solidFill>
            <a:srgbClr val="F5F9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2670048"/>
            <a:ext cx="15640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ui_contract.py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76729" y="2670048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05329" y="2670048"/>
            <a:ext cx="1673809" cy="868680"/>
          </a:xfrm>
          <a:prstGeom prst="roundRect">
            <a:avLst>
              <a:gd name="adj" fmla="val 5263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0193" y="2670048"/>
            <a:ext cx="15640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contract:pull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79138" y="2670048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7738" y="2670048"/>
            <a:ext cx="1673809" cy="868680"/>
          </a:xfrm>
          <a:prstGeom prst="roundRect">
            <a:avLst>
              <a:gd name="adj" fmla="val 5263"/>
            </a:avLst>
          </a:prstGeom>
          <a:solidFill>
            <a:srgbClr val="F5F9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2602" y="2670048"/>
            <a:ext cx="15640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 JSON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1548" y="2670048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0148" y="2670048"/>
            <a:ext cx="1673809" cy="868680"/>
          </a:xfrm>
          <a:prstGeom prst="roundRect">
            <a:avLst>
              <a:gd name="adj" fmla="val 5263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5012" y="2670048"/>
            <a:ext cx="15640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contract:gen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83957" y="2670048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12557" y="2670048"/>
            <a:ext cx="1673809" cy="868680"/>
          </a:xfrm>
          <a:prstGeom prst="roundRect">
            <a:avLst>
              <a:gd name="adj" fmla="val 5263"/>
            </a:avLst>
          </a:prstGeom>
          <a:solidFill>
            <a:srgbClr val="F5F9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7421" y="2670048"/>
            <a:ext cx="15640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+ fixtures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86366" y="2670048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14966" y="2670048"/>
            <a:ext cx="1673809" cy="868680"/>
          </a:xfrm>
          <a:prstGeom prst="roundRect">
            <a:avLst>
              <a:gd name="adj" fmla="val 5263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69830" y="2670048"/>
            <a:ext cx="15640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85876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 of drift, three different catchers.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origin. Every call goes through us.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from the browser passes through one proxy before it ever reaches the agent: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569568" y="2487168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5F9FF"/>
          </a:solidFill>
          <a:ln w="15875">
            <a:solidFill>
              <a:srgbClr val="E3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9568" y="24871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38448" y="248716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61408" y="2487168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FF3F1"/>
          </a:solidFill>
          <a:ln w="15875">
            <a:solidFill>
              <a:srgbClr val="FFB5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1408" y="24871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server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30288" y="248716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53248" y="2487168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5F9FF"/>
          </a:solidFill>
          <a:ln w="15875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3248" y="24871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61408" y="3584448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1408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95848" y="3355848"/>
            <a:ext cx="0" cy="228600"/>
          </a:xfrm>
          <a:prstGeom prst="line">
            <a:avLst/>
          </a:prstGeom>
          <a:noFill/>
          <a:ln w="12700">
            <a:solidFill>
              <a:srgbClr val="98A4B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2920" y="436168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stays server side; there is no CORS for the browser to use anyway; one egress makes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connect-src 'self'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possible.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GOES WRONG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failure is a named case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84248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resolution states cover every outcome a submission can reach — including success with a null CR id, which renders as a failure rather than a false positive.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218688"/>
            <a:ext cx="10454335" cy="1234440"/>
          </a:xfrm>
          <a:prstGeom prst="roundRect">
            <a:avLst>
              <a:gd name="adj" fmla="val 4444"/>
            </a:avLst>
          </a:prstGeom>
          <a:solidFill>
            <a:srgbClr val="EAF6ED"/>
          </a:solidFill>
          <a:ln w="12700">
            <a:solidFill>
              <a:srgbClr val="BFE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18688"/>
            <a:ext cx="99971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0B7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request has not been lost.”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surfaces, ten minutes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84248"/>
            <a:ext cx="1045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dev-only routes cover the whole demo. On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/dev/session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run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show streaming live, then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reconnect</a:t>
            </a:r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demonstrate the precedence rule.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355848"/>
            <a:ext cx="2476424" cy="59436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55848"/>
            <a:ext cx="2476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/dev/walkthrough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27984" y="3355848"/>
            <a:ext cx="2476424" cy="59436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7984" y="3355848"/>
            <a:ext cx="2476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/dev/cards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87288" y="3355848"/>
            <a:ext cx="2476424" cy="59436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3355848"/>
            <a:ext cx="2476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/dev/session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46591" y="3355848"/>
            <a:ext cx="2476424" cy="59436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46591" y="3355848"/>
            <a:ext cx="2476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178808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404 in a production build.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are, and what we need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5120640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verify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80360" y="28072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88036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664208"/>
            <a:ext cx="5699455" cy="4599432"/>
          </a:xfrm>
          <a:prstGeom prst="roundRect">
            <a:avLst>
              <a:gd name="adj" fmla="val 1193"/>
            </a:avLst>
          </a:prstGeom>
          <a:solidFill>
            <a:srgbClr val="FFF3F1"/>
          </a:solidFill>
          <a:ln w="12700">
            <a:solidFill>
              <a:srgbClr val="FFB5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938528"/>
            <a:ext cx="51508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streaming, contract-validation and precedence behavior this deck walks through.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app itself has no login of its own today; it inherits identity from the Azure AD session at the proxy.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●"/>
            </a:pPr>
            <a:r>
              <a:rPr lang="en-US" sz="13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backend asks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outstanding items this frontend is blocked 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n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1554480" cy="2770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005840"/>
            <a:ext cx="1828800" cy="0"/>
          </a:xfrm>
          <a:prstGeom prst="line">
            <a:avLst/>
          </a:prstGeom>
          <a:noFill/>
          <a:ln w="28575">
            <a:solidFill>
              <a:srgbClr val="EB17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965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25146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streams its intent over AG-UI; </a:t>
            </a:r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may only name one of eight components; </a:t>
            </a:r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 prop is validated before a single pixel is drawn.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6080760"/>
            <a:ext cx="11185855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2362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 ·  NEXT 16  ·  TYPESCRIPT STRICT  ·  AG-UI OVER AWS BEDROCK AGENTCORE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architecture — SolMan CR/CO Agent</dc:title>
  <dc:subject>PptxGenJS Presentation</dc:subject>
  <dc:creator>Deck plan</dc:creator>
  <cp:lastModifiedBy>Deck plan</cp:lastModifiedBy>
  <cp:revision>1</cp:revision>
  <dcterms:created xsi:type="dcterms:W3CDTF">2026-09-03T14:42:35Z</dcterms:created>
  <dcterms:modified xsi:type="dcterms:W3CDTF">2026-09-03T14:42:35Z</dcterms:modified>
</cp:coreProperties>
</file>