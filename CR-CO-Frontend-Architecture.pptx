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93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replaces the earlier client deck and the architecture deck. 22 slides, 30-35 minutes with the live demo at slide 19. Everything here is drawn from the source in src/.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slide. The rest of the deck is consequences of this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remember one slide, it is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here about turnaround time for copy changes. Answer: contract edit, no frontend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presenting: npm run dev, and have all five tabs already open. These routes 404 in production — do not demo against a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81328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223140"/>
          </a:solidFill>
          <a:ln w="12700">
            <a:solidFill>
              <a:srgbClr val="2231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813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SOLMAN CR/CO AGENT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56816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decides what to ask next. Six layers stand between that decision and a pixel — and every one of them is enforced by a tool, not by a convention.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2926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5262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 ·  Next 16  ·  TypeScript strict  ·  AG-UI over AWS Bedrock AgentCore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296619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can write anything. Including markup.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produces the screen, then whatever the model emits becomes the screen.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64328" cy="2103120"/>
          </a:xfrm>
          <a:prstGeom prst="roundRect">
            <a:avLst>
              <a:gd name="adj" fmla="val 4348"/>
            </a:avLst>
          </a:prstGeom>
          <a:solidFill>
            <a:srgbClr val="FBF0EF"/>
          </a:solidFill>
          <a:ln w="12700">
            <a:solidFill>
              <a:srgbClr val="EDD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generates UI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15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markup the model produces renders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review it before a user sees it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a new attack surface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blast radius is whatever the browser will execute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364328" cy="2103120"/>
          </a:xfrm>
          <a:prstGeom prst="roundRect">
            <a:avLst>
              <a:gd name="adj" fmla="val 4348"/>
            </a:avLst>
          </a:prstGeom>
          <a:solidFill>
            <a:srgbClr val="E9F5F2"/>
          </a:solidFill>
          <a:ln w="12700">
            <a:solidFill>
              <a:srgbClr val="CBE5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21945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names a component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06040"/>
            <a:ext cx="48156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names, and nothing else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validated before anything is rendered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unknown shows a stated error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blast radius is a fallback card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443984"/>
            <a:ext cx="10618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is what we built. It is called the controlled-UI contract, and every decision in this deck either serves it or protects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386230" cy="274320"/>
          </a:xfrm>
          <a:prstGeom prst="roundRect">
            <a:avLst>
              <a:gd name="adj" fmla="val 46667"/>
            </a:avLst>
          </a:prstGeom>
          <a:solidFill>
            <a:srgbClr val="223140"/>
          </a:solidFill>
          <a:ln w="12700">
            <a:solidFill>
              <a:srgbClr val="2231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3862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may say a name. Nothing more.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4415" cy="1170432"/>
          </a:xfrm>
          <a:prstGeom prst="roundRect">
            <a:avLst>
              <a:gd name="adj" fmla="val 6250"/>
            </a:avLst>
          </a:prstGeom>
          <a:solidFill>
            <a:srgbClr val="223140"/>
          </a:solidFill>
          <a:ln w="12700">
            <a:solidFill>
              <a:srgbClr val="2231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91640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sends   { version: 1, name: "draftReview", props: { … } }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│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E6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        REGISTRY[name] ──▶  &lt;DraftReview props={…} respond={…} /&gt;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AF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is one object, and it is the entire security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6949440" cy="1371600"/>
          </a:xfrm>
          <a:prstGeom prst="roundRect">
            <a:avLst>
              <a:gd name="adj" fmla="val 5333"/>
            </a:avLst>
          </a:prstGeom>
          <a:solidFill>
            <a:srgbClr val="223140"/>
          </a:solidFill>
          <a:ln w="12700">
            <a:solidFill>
              <a:srgbClr val="2231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410712"/>
            <a:ext cx="66202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E6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REGISTRY: TotalRegistry = {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E6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crModeChoice, featureComingSoon, crIntakeForm, templateOrCrPicker,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E6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cycleIdPicker, draftReview,      fieldPrompt,  submissionResult,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E6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18120" y="3291840"/>
            <a:ext cx="3824935" cy="1371600"/>
          </a:xfrm>
          <a:prstGeom prst="roundRect">
            <a:avLst>
              <a:gd name="adj" fmla="val 6667"/>
            </a:avLst>
          </a:prstGeom>
          <a:solidFill>
            <a:srgbClr val="223140"/>
          </a:solidFill>
          <a:ln w="12700">
            <a:solidFill>
              <a:srgbClr val="3146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TotalRegistry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767328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in the contract must have a card here. Add a ninth with no card and the build fails.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entire vocabulary is eight names and a typed props object. The worst a confused or compromised agent can do is name a component that does not exist — which renders a stated error, not an exploit.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17397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interface between us, and it is a file.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228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card appears, and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each card looks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word of text on the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Layout, states, interaction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lists, dropdown values,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Accessibility, responsiveness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 the 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 components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4340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" y="4471416"/>
            <a:ext cx="106189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contains no business text. If a word is wrong on screen, it is a backend change. That is by design, not by oversight.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303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consequence: a copy fix ships without a frontend release, and a layout fix ships without touching the graph.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386230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3862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components. The agent's entire vocabulary.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362102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screen it produces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crModeChoice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or bulk change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crIntakeForm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Platform, target system, Jira ID, reason, 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templateOrCrPicker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template, or one of the agent's recommended CRs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cycleIdPicker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a change 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draftReview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assembled draft, with approve and reject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fieldPrompt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one missing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submissionResult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worked, or it did 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featureComingSoon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bulk path, not built yet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53949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are implemented. The registry is total — see slide 11.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027786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02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origin. Every call goes through us.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108960" cy="1783080"/>
          </a:xfrm>
          <a:prstGeom prst="roundRect">
            <a:avLst>
              <a:gd name="adj" fmla="val 5128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04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786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transcript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agent-ui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@ag-ui/client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3108960" cy="1783080"/>
          </a:xfrm>
          <a:prstGeom prst="roundRect">
            <a:avLst>
              <a:gd name="adj" fmla="val 5128"/>
            </a:avLst>
          </a:prstGeom>
          <a:solidFill>
            <a:srgbClr val="E9F5F2"/>
          </a:solidFill>
          <a:ln w="12700">
            <a:solidFill>
              <a:srgbClr val="9ED3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Next server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304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5786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proxy.ts — the CSP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/api/health, /api/ready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1828800"/>
            <a:ext cx="3108960" cy="1783080"/>
          </a:xfrm>
          <a:prstGeom prst="roundRect">
            <a:avLst>
              <a:gd name="adj" fmla="val 5128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AgentCore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304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5786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/invocations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SolMan, Jira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85616" y="2560320"/>
            <a:ext cx="612648" cy="219456"/>
          </a:xfrm>
          <a:prstGeom prst="rightArrow">
            <a:avLst/>
          </a:prstGeom>
          <a:solidFill>
            <a:srgbClr val="AFC5CE"/>
          </a:solidFill>
          <a:ln w="12700">
            <a:solidFill>
              <a:srgbClr val="AFC5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281635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origin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63256" y="2560320"/>
            <a:ext cx="612648" cy="219456"/>
          </a:xfrm>
          <a:prstGeom prst="rightArrow">
            <a:avLst/>
          </a:prstGeom>
          <a:solidFill>
            <a:srgbClr val="AFC5CE"/>
          </a:solidFill>
          <a:ln w="12700">
            <a:solidFill>
              <a:srgbClr val="AFC5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281635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4069080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0690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 —  client credentials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3611880"/>
            <a:ext cx="0" cy="457200"/>
          </a:xfrm>
          <a:prstGeom prst="line">
            <a:avLst/>
          </a:prstGeom>
          <a:noFill/>
          <a:ln w="19050">
            <a:solidFill>
              <a:srgbClr val="AFC5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9204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5020056"/>
            <a:ext cx="106189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5276088"/>
            <a:ext cx="106189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connect-src 'self'  —  the browser has exactly one place it may call.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875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holds the Azure AD client secret and mints the bearer token. It never reaches the browser. Nine runtime dependencies in total; no CopilotKit bridge — the runtime speaks AG-UI natively.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117397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/api/agent exists for three reasons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45738" cy="1783080"/>
          </a:xfrm>
          <a:prstGeom prst="roundRect">
            <a:avLst>
              <a:gd name="adj" fmla="val 5128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385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32304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stays server side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71216"/>
            <a:ext cx="3088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 AD client secret mints the bearer token here. Never in a bundle, never in a response, never logged.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2978" y="1737360"/>
            <a:ext cx="3545738" cy="1783080"/>
          </a:xfrm>
          <a:prstGeom prst="roundRect">
            <a:avLst>
              <a:gd name="adj" fmla="val 5128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1578" y="19385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157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1578" y="2432304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could not call it anyway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51578" y="2871216"/>
            <a:ext cx="3088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AgentCore's data plane publishes no CORS for a browser origin.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7317" y="1737360"/>
            <a:ext cx="3545738" cy="1783080"/>
          </a:xfrm>
          <a:prstGeom prst="roundRect">
            <a:avLst>
              <a:gd name="adj" fmla="val 5128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5917" y="19385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5917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5917" y="2432304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egress makes the strictest CSP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25917" y="2871216"/>
            <a:ext cx="3088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connect-src 'self'. An injected script has no destination to send a draft CR 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1094415" cy="1810512"/>
          </a:xfrm>
          <a:prstGeom prst="roundRect">
            <a:avLst>
              <a:gd name="adj" fmla="val 4040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22192"/>
            <a:ext cx="10765231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runtime uses a JWT/OAuth inbound authorizer, not the IAM default.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SDKs sign with SigV4 only — they cannot make this call at all.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https://bedrock-agentcore.&lt;region&gt;.amazonaws.com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/runtimes/&lt;url-encoded arn&gt;/invocations?qualifier=&lt;qualifier&gt;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&lt;token from Azure AD&gt;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x-amzn-bedrock-agentcore-runtime-session-id: &lt;threadId padded to 33 chars&gt;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why there is no AWS SDK anywhere in this app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piped through untouched. Client headers are NOT forwarded — a relayed Authorization header would collide with ours.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folders, one-way imports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2560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lives there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agent-ui/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registry, host, resolver, transport, transcript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cards/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eight cards and their primitives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 in, respond()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Icon, Tooltip, UserTurn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shell/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rail, sidebar, headers, composer, transcript chrome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env, logger, cn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app/api/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only egress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0832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4489704"/>
            <a:ext cx="6345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→ cards → agent-ui → contract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↘      ↓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ui / lib          (leaves: they import nothing local)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43800" y="4370832"/>
            <a:ext cx="4099255" cy="960120"/>
          </a:xfrm>
          <a:prstGeom prst="roundRect">
            <a:avLst>
              <a:gd name="adj" fmla="val 9524"/>
            </a:avLst>
          </a:prstGeom>
          <a:solidFill>
            <a:srgbClr val="E3F1F0"/>
          </a:solidFill>
          <a:ln w="12700">
            <a:solidFill>
              <a:srgbClr val="CBE5DE"/>
            </a:solidFill>
            <a:prstDash val="solid"/>
          </a:ln>
        </p:spPr>
      </p:sp>
      <p:sp>
        <p:nvSpPr>
          <p:cNvPr id="5" name="Text 6"/>
          <p:cNvSpPr txBox="1"/>
          <p:nvPr/>
        </p:nvSpPr>
        <p:spPr>
          <a:xfrm>
            <a:off x="7772400" y="4480560"/>
            <a:ext cx="3642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agent-ui/ imports nothing from this app. It lifts into the platform team's host as a folder. shell/ is the half that gets replaced when it does.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TypeScript files across the six folders.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296619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296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Layering is a lint rule, not a README paragraph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00" cy="1965960"/>
          </a:xfrm>
          <a:prstGeom prst="roundRect">
            <a:avLst>
              <a:gd name="adj" fmla="val 3721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607161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eslint.config.mjs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files: ["src/cards/**/*.{ts,tsx}"],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 { "no-restricted-imports": ["error", { patterns: [{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group: ["@/shell", "@/shell/*", "@/app", "@/app/*",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"@/agent-ui/useAgentSession"],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"Cards are props in, respond() out. They do not know\n              about the shell, the routes, or the transport.",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}]}]}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737360"/>
            <a:ext cx="43735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agent-ui/ may not import shell/, app/ or cards/  —  one deliberate exception, registry.tsx, the composition root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 and lib/ may import nothing local at all  —  a primitive that reaches back into the app is no longer reusable by it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react/no-danger is an error everywhere  —  agent strings render as text, never as markup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4059936"/>
            <a:ext cx="106189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already caught a real coupling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4315968"/>
            <a:ext cx="10618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card files imported Icon from shell/ — which would have made the portable half of the app depend on the half that gets thrown away. The fix was a new leaf layer, not an exception.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a convention this would rot in a fortnight. Written as a lint rule it fails the build.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2192731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21927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PIPELINE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types are generated, never written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400800" cy="2514600"/>
          </a:xfrm>
          <a:prstGeom prst="roundRect">
            <a:avLst>
              <a:gd name="adj" fmla="val 2909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64792"/>
            <a:ext cx="607161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agui/ui_contract.py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npm run contract:pull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▼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ui-contract.json   committed — cards build and test with no backend running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npm run contract:gen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▼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contract.generated.ts    ComponentName, PropsByName, CONTRACT_VERSION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fixtures.generated.ts    the backend's own examples, used as test data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▼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registry.tsx  →  REGISTRY: TotalRegistry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664208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drift, three different catchers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011680"/>
          <a:ext cx="4373575" cy="131673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between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Caught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↔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check:contract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↔ registry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compiler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↔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assert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269480" y="3520440"/>
            <a:ext cx="4373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is deliberately not a build gate. The two sides ship independently — that is the point of a contract — so a backend that added a ninth component is a deployment-time mismatch. It should surface the moment someone opens the app, not as a fallback card found in QA.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9377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check:contract regenerates from the snapshot and compares byte for byte. Never edit a .generated.ts file by hand — it fails the build.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LOOKUP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 is looked up. Nothing is inferred.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64792"/>
            <a:ext cx="107652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TotalRegistry = { [K in ComponentName]: AgentCard&lt;K&gt; };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 = registry[resolution.name];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&lt;Card props={props} respond={respond} pending={…} answer={…} /&gt;;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64328" cy="1481328"/>
          </a:xfrm>
          <a:prstGeom prst="roundRect">
            <a:avLst>
              <a:gd name="adj" fmla="val 6173"/>
            </a:avLst>
          </a:prstGeom>
          <a:solidFill>
            <a:srgbClr val="FDF4E7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3273552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does no stage-sniffing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602736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labels.includes("Similarity score:"). No options.some(o =&gt; o.value === "approve"). If a heuristic ever seems necessary here, the fix belongs in the backend's ui_contract.py instead.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3108960"/>
            <a:ext cx="5364328" cy="1481328"/>
          </a:xfrm>
          <a:prstGeom prst="roundRect">
            <a:avLst>
              <a:gd name="adj" fmla="val 6173"/>
            </a:avLst>
          </a:prstGeom>
          <a:solidFill>
            <a:srgbClr val="E9F5F2"/>
          </a:solidFill>
          <a:ln w="12700">
            <a:solidFill>
              <a:srgbClr val="CBE5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4760" y="3273552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is total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4760" y="3602736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started with every key optional so the build could go green while cards were written, and tightened when the eighth landed. A ninth component with no card is now a compile error.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280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FallbackCard is not dead code — it still covers what the compiler cannot see: a malformed envelope, an unsupported version, a name from a backend newer than this build. There is exactly one type cast in the host, on one line, where runtime-validated data meets the compiler.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027786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02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TURN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click to a card on screen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3072384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3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card calls respond("single", "Single Change Request")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cards/CrModeChoice.tsx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session resumes the graph via forwardedProps.command.resume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useAgentSession.ts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proxy adds a bearer token and a stable runtime session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api/agent/route.ts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graph runs, then blocks on interrupt(envelope) and checkpoints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AgentCore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SSE events stream back; the card rides in a CUSTOM event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wire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 is JSON-decoded, validated, and recorded as a 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resolveEnvelope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REGISTRY[name] renders the card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AgentComponentHost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5157216"/>
            <a:ext cx="10618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useAgentSession.ts is the only file in the app that knows how the agent is reached. Everything below it takes plain values and would not notice if the transport were rewritten.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027786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02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events. Two of them change the screen.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2148840"/>
          </a:xfrm>
          <a:prstGeom prst="roundRect">
            <a:avLst>
              <a:gd name="adj" fmla="val 3404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56232"/>
            <a:ext cx="10765231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{"type":"RUN_STARTED","threadId":"t-…","runId":"…"}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{"type":"STEP_STARTED","stepName":"node_0_wait"}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{"type":"CUSTOM","name":"on_interrupt","value":"{…the card…}"}   ← the card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{"type":"STATE_SNAPSHOT","snapshot":{ …22 keys… }}               ← the fallback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{"type":"MESSAGES_SNAPSHOT","messages":[]}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{"type":"STEP_FINISHED","stepName":"node_0_wait"}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{"type":"RUN_FINISHED","threadId":"t-…","runId":"…"}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364328" cy="1188720"/>
          </a:xfrm>
          <a:prstGeom prst="roundRect">
            <a:avLst>
              <a:gd name="adj" fmla="val 7692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4279392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longer steps, two more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590288"/>
            <a:ext cx="485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name:"progress" — mid-node status, so the slowest steps do not look frozen.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4114800"/>
            <a:ext cx="5364328" cy="1188720"/>
          </a:xfrm>
          <a:prstGeom prst="roundRect">
            <a:avLst>
              <a:gd name="adj" fmla="val 7692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4760" y="4279392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draft, token by token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4760" y="4590288"/>
            <a:ext cx="485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TEXT_MESSAGE_START/CONTENT/END — node_6 writes the draft with a plain LLM call, not structured output.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923898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92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SILENT TRAPS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details that fail silently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reading ag-ui-langgraph==0.0.42, not its documentation.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11094415" cy="1042416"/>
          </a:xfrm>
          <a:prstGeom prst="roundRect">
            <a:avLst>
              <a:gd name="adj" fmla="val 8772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interrupt is a CUSTOM event named on_interrupt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0428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RunFinishedEvent is constructed with no outcome field, so agent.pendingInterrupts and the outcome:"interrupt" branch never fire.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9689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Follow the current docs and no card ever appears — and nothing says why.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11094415" cy="1042416"/>
          </a:xfrm>
          <a:prstGeom prst="roundRect">
            <a:avLst>
              <a:gd name="adj" fmla="val 8772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163824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envelope arrives JSON-encoded, as a string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45643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dump_json_safe() runs json.dumps() on any non-string interrupt value.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490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A mock that follows the protocol sends an object — so development works perfectly and production renders fallbacks.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1094415" cy="1042416"/>
          </a:xfrm>
          <a:prstGeom prst="roundRect">
            <a:avLst>
              <a:gd name="adj" fmla="val 8772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15968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Resume travels in forwardedProps.command.resume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08576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RunAgentInput.resume exists in the protocol and on runAgent(). agent.py never reads it.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90118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Sent the documented way it is accepted, returns no error, and the graph never wakes. The sharpest of the three.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documented with their evidence at the top of useAgentSession.ts. The unwrap lives in the transport, not the resolver — it is a quirk of this backend's encoder, not of the contract.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207008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channels carry the same card. The interrupt wins.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898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HITL node calls interrupt(ui) with the envelope and writes the same envelope to AgentState.ui_component, which rides the state channel.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E9F5F2"/>
          </a:solidFill>
          <a:ln w="12700">
            <a:solidFill>
              <a:srgbClr val="CBE5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57984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channel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87168"/>
            <a:ext cx="485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Re-delivered on every reconnect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whenever one is pending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2011680"/>
            <a:ext cx="5364328" cy="1234440"/>
          </a:xfrm>
          <a:prstGeom prst="roundRect">
            <a:avLst>
              <a:gd name="adj" fmla="val 7407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4760" y="2157984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channel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4760" y="2487168"/>
            <a:ext cx="485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resent on reconnect, by design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for everything else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3529584"/>
            <a:ext cx="1061892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resolveEnvelope reads the interrupt first and falls through to state. Backwards, the card blanks or reverts on reconnect — intermittently, which is the worst kind to debug six months later.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11094415" cy="1298448"/>
          </a:xfrm>
          <a:prstGeom prst="roundRect">
            <a:avLst>
              <a:gd name="adj" fmla="val 7042"/>
            </a:avLst>
          </a:prstGeom>
          <a:solidFill>
            <a:srgbClr val="FDF4E7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074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why pending is passed down, never inferred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18304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HITL nodes interrupt with a plain prompt string and write the real card to state — so a card arriving via state can be exactly the one the graph is waiting for. Deriving pending from the source renders those cards inert: the conversation stops, with no way to answer and nothing on screen explaining why. Only the session knows — it is status === "waiting".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non-object on the interrupt channel returns null, not an error — reporting it as malformed would paint a fallback card over the good card sitting on state.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stores, deliberately unalike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45738" cy="1828800"/>
          </a:xfrm>
          <a:prstGeom prst="roundRect">
            <a:avLst>
              <a:gd name="adj" fmla="val 5000"/>
            </a:avLst>
          </a:prstGeom>
          <a:solidFill>
            <a:srgbClr val="E9F5F2"/>
          </a:solidFill>
          <a:ln w="12700">
            <a:solidFill>
              <a:srgbClr val="CBE5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47088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157984"/>
            <a:ext cx="30702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agent-ui/transcriptStore.ts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50592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store read through useSyncExternalStore, persisted to sessionStorage per thread. Capped at 50 persisted turns.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978" y="1691640"/>
            <a:ext cx="3545738" cy="182880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0722" y="1847088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chrome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0722" y="2157984"/>
            <a:ext cx="30702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shell/useShellStore.ts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60722" y="2450592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Zustand. The rail and the sidebar each read and write the other's collapsed state. Disposable — the platform team owns these surfaces.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7317" y="1691640"/>
            <a:ext cx="3545738" cy="182880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5061" y="1847088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interaction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35061" y="2157984"/>
            <a:ext cx="30702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useState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335061" y="2450592"/>
            <a:ext cx="30702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is props in, respond() out. Nothing it holds needs to outlive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831336"/>
            <a:ext cx="106189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transcript is not useState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4087368"/>
            <a:ext cx="1061892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source of truth is sessionStorage, which does not exist during server rendering. A lazy initialiser renders empty on the server and full on the client — React resolves that hydration mismatch by silently discarding one. Reading in an effect works but is a cascading render on every mount, and the React compiler lint rejects it. getServerSnapshot returns a frozen empty transcript instead; the client swaps in the real one after mount.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303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keeps the conversation because nothing else does — the agent holds only the latest envelope. Limitation: it does not survive a different device or a new tab (GAPS.md G15).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744675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7446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enforced, and by what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30038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connect-src 'self'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per-request nonce CSP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src/proxy.ts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scripts blocked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'nonce-…' 'strict-dynamic', never 'unsafe-inline'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src/proxy.ts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markup from the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react/no-danger as a lint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eslint.config.mjs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unreachable from the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"server-only"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lib/env.ts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topology in the bundle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 same-origin path is NEXT_PUBLIC_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lib/public-env.ts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Clickjacking, sniffing, referrer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response headers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next.config.ts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Open-relay abuse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 body cap, 30 s connect timeout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api/agent/route.ts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surfaces in production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notFound() on all five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38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app/dev/*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4E7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9651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cost, stated plainly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257800"/>
            <a:ext cx="10545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nonce must differ per request, so pages carrying one cannot be prerendered — this app gives up static optimisation. If the build's route table shows ○ for a page, the nonce is not reaching it: scripts blocked in production, blank page, works perfectly in development.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978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item: the app itself is unauthenticated today. That is the one gap on this slide.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923898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923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GOES WRONG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failure is a named case, never a blank panel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23042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user sees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unknown-component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agent asked for X, which this app does not know how to render.”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unsupported-version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agent sent contract version 2; this app understands version 1.”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malformed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agent sent something this app could not read: …”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agent has not selected a component.”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4530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proxy 502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38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agent is unavailable”, with a correlation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3308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4261104"/>
            <a:ext cx="106189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adds: your change request has not been lost — check its status in SolMan before retrying.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837176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FBF0EF"/>
          </a:solidFill>
          <a:ln w="12700">
            <a:solidFill>
              <a:srgbClr val="EDD6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974336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6B3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more: success with a null CR id renders as a failure. Telling someone their request was created while giving them no identifier to reconcile against is worse than telling them to check.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9729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is liveness and checks nothing but itself — a liveness probe that fails on a dependency turns someone else's blip into a fleet-wide restart loop. /api/ready mints an Azure token and stops there: invoking the agent would bill a model call and create a checkpoint every few seconds, forever.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914400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surfaces, ten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013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/dev/walkthrough</a:t>
            </a: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architecture, animated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1226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steps in eleven acts, each with the real snippet and the reason. Show acts 5–8: the SSE stream, the CUSTOM event, the precedence rule, the registry lookup.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365760" cy="365760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15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/dev/cards</a:t>
            </a: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 eight, from the backend's own fixtures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2666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hand-written data — fixtures.generated.ts comes out of the contract. Scroll to the five injected failure paths.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301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/dev/session</a:t>
            </a: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whole transport, scripted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4106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/api/agent/mock serves the real AG-UI SSE wire format. Five scenarios: flow, reconnect, delta, text, error. Run reconnect.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445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real thing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85546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change request end to end. Refresh mid-conversation to show the transcript restoring from sessionStorage.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DF4E7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dev routes, and the mock, return 404 in a production build. A route that can fabricate approval screens must not exist in a deployed app.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2103120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 HOLDS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runs every gate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607161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verify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typecheck        strict, noUncheckedIndexedAccess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lint             zero warnings allowed — layering enforced here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check:tokens     globals.css and cn.ts agree on type steps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check:contract   generated files regenerated and compared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             106 tests across 9 files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D9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            production build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737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1773936"/>
            <a:ext cx="3230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cards, transport, envelope resolution, interrupt encoding, routes, transcript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4871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523744"/>
            <a:ext cx="3230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tested from the backend's own fixtures, not hand-written props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236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273552"/>
            <a:ext cx="3230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allowed; layering fails the build, not a review comment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4415" cy="621792"/>
          </a:xfrm>
          <a:prstGeom prst="roundRect">
            <a:avLst>
              <a:gd name="adj" fmla="val 14706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4242816"/>
            <a:ext cx="106189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is not finished until npm run verify is green. That is the whole pipeline in one word, reproducible on a laptop before anything is pushed.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56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belongs to DevOps: npm ci, npm audit --audit-level=high, npm run verify. Run the build with no environment supplied — that is what catches a module-scope read of a backend URL.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1386230" cy="274320"/>
          </a:xfrm>
          <a:prstGeom prst="roundRect">
            <a:avLst>
              <a:gd name="adj" fmla="val 4666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02336"/>
            <a:ext cx="13862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Status, and what we need next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364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cards, rendering from the real contract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AG-UI over AgentCore, with Azure AD token handling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history, persisted per thread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gates, documentation — 106 tests, one verify command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5364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and pipeline — with DevOps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of the app itself — the app is unauthenticated today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across devices — needs a backend envelope list per thread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164592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backend team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1956816"/>
            <a:ext cx="536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i="1" dirty="0">
                <a:solidFill>
                  <a:srgbClr val="65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additive. The contract version would not change.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2267712"/>
            <a:ext cx="53643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field on each recommended CR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for the picker subtitle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“ID” from the CR label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emitting Transaction Type ZHHF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Location to Site (allowed_values)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SolMan in one step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for Approval after the CR number — new node, likely a new component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labels on the intake 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4800600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FDF4E7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4760" y="4910328"/>
            <a:ext cx="485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6B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7 needs the contract change and the frontend card in the same release. Tell us the component name early.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sentence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decides what to ask; it may only name one of eight components, everything it sends is validated before a single pixel is drawn, and the layer that does the validating imports nothing from the app it currently lives in.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4800600"/>
            <a:ext cx="29260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C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3448</Words>
  <Application>Microsoft Office PowerPoint</Application>
  <PresentationFormat>Widescreen</PresentationFormat>
  <Paragraphs>409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CR/CO Agent — Frontend Architecture</dc:title>
  <dc:subject>PptxGenJS Presentation</dc:subject>
  <dc:creator>Frontend team</dc:creator>
  <cp:lastModifiedBy>Hemanth Sai  Kandagatla</cp:lastModifiedBy>
  <cp:revision>1</cp:revision>
  <dcterms:created xsi:type="dcterms:W3CDTF">2026-09-03T12:59:15Z</dcterms:created>
  <dcterms:modified xsi:type="dcterms:W3CDTF">2026-09-03T13:16:29Z</dcterms:modified>
</cp:coreProperties>
</file>